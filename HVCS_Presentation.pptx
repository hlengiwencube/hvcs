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HVCS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C4E8"/>
                </a:solidFill>
                <a:latin typeface="Arial"/>
              </a:rPr>
              <a:t>HomeCare Verification and Compliance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  <a:latin typeface="Arial"/>
              </a:rPr>
              <a:t>A Django web application for managing home care visits,
GPS check-in verification and regulatory compliance.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1234440" cy="347472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AC4E8"/>
                </a:solidFill>
                <a:latin typeface="Arial"/>
              </a:rPr>
              <a:t>Django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3383280"/>
            <a:ext cx="1234440" cy="347472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338328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AC4E8"/>
                </a:solidFill>
                <a:latin typeface="Arial"/>
              </a:rPr>
              <a:t>PostgreSQL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383280"/>
            <a:ext cx="1234440" cy="347472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338328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AC4E8"/>
                </a:solidFill>
                <a:latin typeface="Arial"/>
              </a:rPr>
              <a:t>GitHub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3383280"/>
            <a:ext cx="1234440" cy="347472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338328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AC4E8"/>
                </a:solidFill>
                <a:latin typeface="Arial"/>
              </a:rPr>
              <a:t>Render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9999"/>
                </a:solidFill>
                <a:latin typeface="Arial"/>
              </a:rPr>
              <a:t>11-Slide 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HVCS — HomeCare Verification and Compliance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023360" cy="3520440"/>
          </a:xfrm>
          <a:prstGeom prst="rect">
            <a:avLst/>
          </a:prstGeom>
          <a:solidFill>
            <a:srgbClr val="FCEBEB"/>
          </a:solidFill>
          <a:ln w="6350">
            <a:solidFill>
              <a:srgbClr val="A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32D2D"/>
                </a:solidFill>
                <a:latin typeface="Arial"/>
              </a:rPr>
              <a:t>❌ 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8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32D2D"/>
                </a:solidFill>
                <a:latin typeface="Arial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737360"/>
            <a:ext cx="3364991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2222"/>
                </a:solidFill>
                <a:latin typeface="Arial"/>
              </a:rPr>
              <a:t>Paper-based visit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18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32D2D"/>
                </a:solidFill>
                <a:latin typeface="Arial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12848"/>
            <a:ext cx="3364991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2222"/>
                </a:solidFill>
                <a:latin typeface="Arial"/>
              </a:rPr>
              <a:t>No proof caregivers attended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88336"/>
            <a:ext cx="18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32D2D"/>
                </a:solidFill>
                <a:latin typeface="Arial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688336"/>
            <a:ext cx="3364991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2222"/>
                </a:solidFill>
                <a:latin typeface="Arial"/>
              </a:rPr>
              <a:t>Missing documentation unnoticed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63824"/>
            <a:ext cx="18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32D2D"/>
                </a:solidFill>
                <a:latin typeface="Arial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163824"/>
            <a:ext cx="3364991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2222"/>
                </a:solidFill>
                <a:latin typeface="Arial"/>
              </a:rPr>
              <a:t>No central compliance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39312"/>
            <a:ext cx="18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32D2D"/>
                </a:solidFill>
                <a:latin typeface="Arial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639312"/>
            <a:ext cx="3364991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2222"/>
                </a:solidFill>
                <a:latin typeface="Arial"/>
              </a:rPr>
              <a:t>Audit reports done manually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143000"/>
            <a:ext cx="4023360" cy="3520440"/>
          </a:xfrm>
          <a:prstGeom prst="rect">
            <a:avLst/>
          </a:prstGeom>
          <a:solidFill>
            <a:srgbClr val="EAF3DE"/>
          </a:solidFill>
          <a:ln w="635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6D11"/>
                </a:solidFill>
                <a:latin typeface="Arial"/>
              </a:rPr>
              <a:t>✅  The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737360"/>
            <a:ext cx="18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6D11"/>
                </a:solidFill>
                <a:latin typeface="Arial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1737360"/>
            <a:ext cx="3364991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4422"/>
                </a:solidFill>
                <a:latin typeface="Arial"/>
              </a:rPr>
              <a:t>Digital visit records in one 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212848"/>
            <a:ext cx="18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6D11"/>
                </a:solidFill>
                <a:latin typeface="Arial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2212848"/>
            <a:ext cx="3364991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4422"/>
                </a:solidFill>
                <a:latin typeface="Arial"/>
              </a:rPr>
              <a:t>GPS-verified caregiver check-in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688336"/>
            <a:ext cx="18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6D11"/>
                </a:solidFill>
                <a:latin typeface="Arial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2688336"/>
            <a:ext cx="3364991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4422"/>
                </a:solidFill>
                <a:latin typeface="Arial"/>
              </a:rPr>
              <a:t>Automatic compliance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163824"/>
            <a:ext cx="18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6D11"/>
                </a:solidFill>
                <a:latin typeface="Arial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3163824"/>
            <a:ext cx="3364991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4422"/>
                </a:solidFill>
                <a:latin typeface="Arial"/>
              </a:rPr>
              <a:t>Real-time manager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3639312"/>
            <a:ext cx="182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6D11"/>
                </a:solidFill>
                <a:latin typeface="Arial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088" y="3639312"/>
            <a:ext cx="3364991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4422"/>
                </a:solidFill>
                <a:latin typeface="Arial"/>
              </a:rPr>
              <a:t>One-click audit report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25603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3C5E"/>
                </a:solidFill>
                <a:latin typeface="Arial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C4E8"/>
                </a:solidFill>
                <a:latin typeface="Arial"/>
              </a:rPr>
              <a:t>What HVCS does and who uses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HVCS — HomeCare Verification and Compliance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2788920" cy="64008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🔐 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20240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1920240"/>
            <a:ext cx="23134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Manage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322576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" y="2322576"/>
            <a:ext cx="23134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Manage caregivers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724912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" y="2724912"/>
            <a:ext cx="23134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Schedule visits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127248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" y="3127248"/>
            <a:ext cx="23134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View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4300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37560" y="11887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🩺  Caregiver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1920240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1920240"/>
            <a:ext cx="23134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View daily visits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322576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2322576"/>
            <a:ext cx="23134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GPS check-in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79" y="2724912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2724912"/>
            <a:ext cx="23134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Submit visit 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79" y="3127248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3127248"/>
            <a:ext cx="23134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View care plans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14300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1143000"/>
            <a:ext cx="2788920" cy="64008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59" y="11887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📊 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920240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1920240"/>
            <a:ext cx="23134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Compliance scores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322576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2322576"/>
            <a:ext cx="23134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View alerts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724912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2724912"/>
            <a:ext cx="23134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Generate 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127248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6248" y="3127248"/>
            <a:ext cx="23134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Export to 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C4E8"/>
                </a:solidFill>
                <a:latin typeface="Arial"/>
              </a:rPr>
              <a:t>What each role needs — written from the user's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HVCS — HomeCare Verification and Compliance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2834640" cy="3794760"/>
          </a:xfrm>
          <a:prstGeom prst="rect">
            <a:avLst/>
          </a:prstGeom>
          <a:solidFill>
            <a:srgbClr val="E6F1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2834640" cy="47548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11430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🔐  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1691640"/>
            <a:ext cx="261518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746504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As an Admin I want to add and
manage client records so that
caregivers know who they are visiting.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2752344"/>
            <a:ext cx="261518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80720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As an Admin I want to schedule
visits and assign caregivers so that
all clients receive care on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3813048"/>
            <a:ext cx="261518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867911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As an Admin I want to see today's
visits on a dashboard so that I can
monitor progress at a glance.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834640" cy="3794760"/>
          </a:xfrm>
          <a:prstGeom prst="rect">
            <a:avLst/>
          </a:prstGeom>
          <a:solidFill>
            <a:srgbClr val="EAF3D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834640" cy="4754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0128" y="11430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🩺  Caregiver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1691640"/>
            <a:ext cx="261518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1746504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As a Caregiver I want to see my
visits for the day so that I know
where to go and when.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8" y="2752344"/>
            <a:ext cx="261518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280720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As a Caregiver I want to GPS
check in at a client's home so that
my attendance is verified.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3813048"/>
            <a:ext cx="261518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0" y="3867911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As a Caregiver I want to submit
visit notes after each visit so that
care records are kept up to date.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097280"/>
            <a:ext cx="2834640" cy="3794760"/>
          </a:xfrm>
          <a:prstGeom prst="rect">
            <a:avLst/>
          </a:prstGeom>
          <a:solidFill>
            <a:srgbClr val="FAEEDA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1097280"/>
            <a:ext cx="2834640" cy="475488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81928" y="11430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📊  Manager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1928" y="1691640"/>
            <a:ext cx="261518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1746504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As a Manager I want to see
compliance scores per caregiver so
that I can identify who needs support.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81928" y="2752344"/>
            <a:ext cx="261518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280720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As a Manager I want alerts for
missing documentation so that
nothing falls through the cracks.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81928" y="3813048"/>
            <a:ext cx="261518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3867911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As a Manager I want to export an
audit report so that I can submit
evidence to regulators.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Features — Must, Should, Could, Won't (MoSCoW)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HVCS — HomeCare Verification and Compliance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011680" cy="3566160"/>
          </a:xfrm>
          <a:prstGeom prst="rect">
            <a:avLst/>
          </a:prstGeom>
          <a:solidFill>
            <a:srgbClr val="EAF3D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2011680" cy="457200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" y="1170432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Must 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719072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User login &amp;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221991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Client CRUD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724912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Caregiver CRUD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3227832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Visit 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3730752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Visit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1143000"/>
            <a:ext cx="2011680" cy="3566160"/>
          </a:xfrm>
          <a:prstGeom prst="rect">
            <a:avLst/>
          </a:prstGeom>
          <a:solidFill>
            <a:srgbClr val="E6F1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23160" y="1143000"/>
            <a:ext cx="2011680" cy="4572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96312" y="1170432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Should Have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1719072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GPS check-in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2221991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Compliance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2888" y="2724912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Auto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8" y="3227832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Admin overview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1143000"/>
            <a:ext cx="2011680" cy="3566160"/>
          </a:xfrm>
          <a:prstGeom prst="rect">
            <a:avLst/>
          </a:prstGeom>
          <a:solidFill>
            <a:srgbClr val="FAEEDA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17720" y="1143000"/>
            <a:ext cx="2011680" cy="45720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0872" y="1170432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Could Have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1719072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CSV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2221991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Search &amp; 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2724912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Visit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3227832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Compliance scores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79" y="1143000"/>
            <a:ext cx="2011680" cy="3566160"/>
          </a:xfrm>
          <a:prstGeom prst="rect">
            <a:avLst/>
          </a:prstGeom>
          <a:solidFill>
            <a:srgbClr val="FCEB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12279" y="1143000"/>
            <a:ext cx="2011680" cy="45720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85431" y="1170432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Won't Have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7" y="1719072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Mobile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2221991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Email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007" y="2724912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2FA login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7" y="3227832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• Training module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" y="46177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Sprint 1–2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46177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Sprint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6177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Sprint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79" y="46177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Future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Entity Relationship Diagram (ERD)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C4E8"/>
                </a:solidFill>
                <a:latin typeface="Arial"/>
              </a:rPr>
              <a:t>Six database tables and how they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HVCS — HomeCare Verification and Compliance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6</a:t>
            </a:r>
          </a:p>
        </p:txBody>
      </p:sp>
      <p:pic>
        <p:nvPicPr>
          <p:cNvPr id="7" name="Picture 6" descr="hvcs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640080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118872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Arial"/>
              </a:rPr>
              <a:t>Key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6459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USER → CAREGIVER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90195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1-to-1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240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CLIENT → VISIT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4963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1-to-many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8346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CAREGIVER → VISIT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09067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1-to-many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429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VISIT → VISIT_NOTE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68503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1-to-1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0233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VISIT →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27939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1-to-many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Wireframes — Key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HVCS — HomeCare Verification and Compliance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2834640" cy="1691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2816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Landing / login</a:t>
            </a:r>
          </a:p>
        </p:txBody>
      </p:sp>
      <p:pic>
        <p:nvPicPr>
          <p:cNvPr id="8" name="Picture 7" descr="02_admi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097280"/>
            <a:ext cx="2834640" cy="1691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46120" y="2816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Admin dashboard</a:t>
            </a:r>
          </a:p>
        </p:txBody>
      </p:sp>
      <p:pic>
        <p:nvPicPr>
          <p:cNvPr id="10" name="Picture 9" descr="07_cg_vis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97280"/>
            <a:ext cx="2834640" cy="1691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2816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Caregiver visits</a:t>
            </a:r>
          </a:p>
        </p:txBody>
      </p:sp>
      <p:pic>
        <p:nvPicPr>
          <p:cNvPr id="12" name="Picture 11" descr="11_compli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017520"/>
            <a:ext cx="2834640" cy="1691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" y="47365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Compliance dashboard</a:t>
            </a:r>
          </a:p>
        </p:txBody>
      </p:sp>
      <p:pic>
        <p:nvPicPr>
          <p:cNvPr id="14" name="Picture 13" descr="08_gps_check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3017520"/>
            <a:ext cx="2834640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46120" y="47365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GPS check-in</a:t>
            </a:r>
          </a:p>
        </p:txBody>
      </p:sp>
      <p:pic>
        <p:nvPicPr>
          <p:cNvPr id="16" name="Picture 15" descr="13_repor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017520"/>
            <a:ext cx="2834640" cy="1691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09360" y="47365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Manager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HVCS — HomeCare Verification and Compliance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47548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🐍  Django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55648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Python web framework — handles routing,
models, views and templates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1188720"/>
            <a:ext cx="2743200" cy="47548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24358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🐘 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1755648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Production database hosted on Render —
replaces SQLite for deployment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2743200" cy="47548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24358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🎨  HTML / 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1755648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Django templates for all screens —
responsive layout, no extra framework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63239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063239"/>
            <a:ext cx="2743200" cy="47548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11810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🐙  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630168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Version control with feature branching —
main → develop → feature/*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063239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0" y="3063239"/>
            <a:ext cx="2743200" cy="47548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0" y="311810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☁️  Render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3630168"/>
            <a:ext cx="25237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Cloud hosting for the web app
and the PostgreSQL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Sprint Plan — Agile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HVCS — HomeCare Verification and Compliance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011680" cy="3703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2011680" cy="7772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Arial"/>
              </a:rPr>
              <a:t>Sprint </a:t>
            </a:r>
            <a:r>
              <a:rPr lang="en-IE" sz="1300" b="1" dirty="0">
                <a:solidFill>
                  <a:srgbClr val="FFFFFF"/>
                </a:solidFill>
                <a:latin typeface="Arial"/>
              </a:rPr>
              <a:t>1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2029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Arial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450592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450592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GitHub repo &amp; Django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852928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2852928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Arial"/>
              </a:rPr>
              <a:t>Authentication &amp; user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255264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3255264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Client &amp; caregiver 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657600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" y="3657600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Deploy to Render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1143000"/>
            <a:ext cx="2011680" cy="3703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23160" y="1143000"/>
            <a:ext cx="2011680" cy="7772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14600" y="1170432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Arial"/>
              </a:rPr>
              <a:t>Sprint </a:t>
            </a:r>
            <a:r>
              <a:rPr lang="en-IE" sz="1300" b="1" i="0" dirty="0">
                <a:solidFill>
                  <a:srgbClr val="FFFFFF"/>
                </a:solidFill>
                <a:latin typeface="Arial"/>
              </a:rPr>
              <a:t>2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14600" y="2029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Arial"/>
              </a:rPr>
              <a:t>Visit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2450592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768" y="2450592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Visit scheduling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2852928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2852928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GPS check-in &amp;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255264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768" y="3255264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Admin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657600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3657600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Deploy to Render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143000"/>
            <a:ext cx="2011680" cy="3703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617720" y="1143000"/>
            <a:ext cx="2011680" cy="7772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09159" y="1170432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Arial"/>
              </a:rPr>
              <a:t>Sprint </a:t>
            </a:r>
            <a:r>
              <a:rPr lang="en-IE" sz="1300" b="1" i="0" dirty="0">
                <a:solidFill>
                  <a:srgbClr val="FFFFFF"/>
                </a:solidFill>
                <a:latin typeface="Arial"/>
              </a:rPr>
              <a:t>3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09159" y="2029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Arial"/>
              </a:rPr>
              <a:t>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59" y="2450592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0327" y="2450592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Compliance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59" y="2852928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0327" y="2852928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Auto 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59" y="3255264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0327" y="3255264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CSV report export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59" y="3657600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10327" y="3657600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Deploy to Render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79" y="1143000"/>
            <a:ext cx="2011680" cy="3703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812279" y="1143000"/>
            <a:ext cx="2011680" cy="7772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03719" y="11704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19" y="2029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  <a:latin typeface="Arial"/>
              </a:rPr>
              <a:t>Testing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19" y="2450592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04887" y="2450592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End-to-end 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19" y="2852928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04887" y="2852928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Bug fixes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19" y="3255264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04887" y="3255264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Final Render deploy 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19" y="3657600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  <a:latin typeface="Arial"/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04887" y="3657600"/>
            <a:ext cx="167335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Project 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Version Control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C4E8"/>
                </a:solidFill>
                <a:latin typeface="Arial"/>
              </a:rPr>
              <a:t>GitHub branching strategy and Render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Arial"/>
              </a:rPr>
              <a:t>HVCS — HomeCare Verification and Compliance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402336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4023360" cy="47548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🐙 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3736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main  ← production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671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  develop  ← tested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59689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    feature/authentication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026663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    feature/client-management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45643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    feature/gps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88620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    feature/compliance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143000"/>
            <a:ext cx="402336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46320" y="1143000"/>
            <a:ext cx="4023360" cy="47548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118872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☁️  Render — Auto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7373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  <a:latin typeface="Arial"/>
              </a:rPr>
              <a:t>Continuous Deployment (CD)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2121408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1. Code on laptop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2596896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2. git push → feature 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3072384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3. Pull Request → merge to 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3547872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4. Render detects main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4023360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6D11"/>
                </a:solidFill>
                <a:latin typeface="Arial"/>
              </a:rPr>
              <a:t>5. Auto-deploys instantly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4315968"/>
            <a:ext cx="4023360" cy="365760"/>
          </a:xfrm>
          <a:prstGeom prst="rect">
            <a:avLst/>
          </a:prstGeom>
          <a:solidFill>
            <a:srgbClr val="EAF3DE"/>
          </a:solidFill>
          <a:ln w="635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19472" y="4334256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6D11"/>
                </a:solidFill>
                <a:latin typeface="Arial"/>
              </a:rPr>
              <a:t>✓ No manual deployment needed — ever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C4E8"/>
                </a:solidFill>
                <a:latin typeface="Arial"/>
              </a:rPr>
              <a:t>HVCS — HomeCare Verification and Compliance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651760" cy="1234440"/>
          </a:xfrm>
          <a:prstGeom prst="rect">
            <a:avLst/>
          </a:prstGeom>
          <a:solidFill>
            <a:srgbClr val="0D1F35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B6D11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019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C4E8"/>
                </a:solidFill>
                <a:latin typeface="Arial"/>
              </a:rPr>
              <a:t>User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188720"/>
            <a:ext cx="2651760" cy="1234440"/>
          </a:xfrm>
          <a:prstGeom prst="rect">
            <a:avLst/>
          </a:prstGeom>
          <a:solidFill>
            <a:srgbClr val="0D1F35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2344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3C5E"/>
                </a:solidFill>
                <a:latin typeface="Arial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019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C4E8"/>
                </a:solidFill>
                <a:latin typeface="Arial"/>
              </a:rPr>
              <a:t>Features planned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1188720"/>
            <a:ext cx="2651760" cy="1234440"/>
          </a:xfrm>
          <a:prstGeom prst="rect">
            <a:avLst/>
          </a:prstGeom>
          <a:solidFill>
            <a:srgbClr val="0D1F35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59" y="12344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3C5E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19019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C4E8"/>
                </a:solidFill>
                <a:latin typeface="Arial"/>
              </a:rPr>
              <a:t>Database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06040"/>
            <a:ext cx="2651760" cy="1234440"/>
          </a:xfrm>
          <a:prstGeom prst="rect">
            <a:avLst/>
          </a:prstGeom>
          <a:solidFill>
            <a:srgbClr val="0D1F35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6517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3C5E"/>
                </a:solidFill>
                <a:latin typeface="Arial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3192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C4E8"/>
                </a:solidFill>
                <a:latin typeface="Arial"/>
              </a:rPr>
              <a:t>App screens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606040"/>
            <a:ext cx="2651760" cy="1234440"/>
          </a:xfrm>
          <a:prstGeom prst="rect">
            <a:avLst/>
          </a:prstGeom>
          <a:solidFill>
            <a:srgbClr val="0D1F35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26517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54F0B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3192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C4E8"/>
                </a:solidFill>
                <a:latin typeface="Arial"/>
              </a:rPr>
              <a:t>Sprints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59" y="2606040"/>
            <a:ext cx="2651760" cy="1234440"/>
          </a:xfrm>
          <a:prstGeom prst="rect">
            <a:avLst/>
          </a:prstGeom>
          <a:solidFill>
            <a:srgbClr val="0D1F35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59" y="26517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55555"/>
                </a:solidFill>
                <a:latin typeface="Arial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3192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C4E8"/>
                </a:solidFill>
                <a:latin typeface="Arial"/>
              </a:rPr>
              <a:t>Weeks to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99999"/>
                </a:solidFill>
                <a:latin typeface="Arial"/>
              </a:rPr>
              <a:t>Built with Django · PostgreSQL · GitHub · Render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849</Words>
  <Application>Microsoft Office PowerPoint</Application>
  <PresentationFormat>On-screen Show (16:9)</PresentationFormat>
  <Paragraphs>225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Hlengiwe Ncube</cp:lastModifiedBy>
  <cp:revision>3</cp:revision>
  <dcterms:created xsi:type="dcterms:W3CDTF">2013-01-27T09:14:16Z</dcterms:created>
  <dcterms:modified xsi:type="dcterms:W3CDTF">2026-07-31T11:13:47Z</dcterms:modified>
  <cp:category/>
</cp:coreProperties>
</file>